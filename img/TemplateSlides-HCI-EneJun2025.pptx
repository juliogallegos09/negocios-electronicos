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64" r:id="rId6"/>
    <p:sldId id="260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icardo Mendoza González" initials="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6CF1-4792-C548-925E-BD8DC063DD0B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0EED-5C18-244E-82A0-A7E8C0E1F3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84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6CF1-4792-C548-925E-BD8DC063DD0B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0EED-5C18-244E-82A0-A7E8C0E1F3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91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6CF1-4792-C548-925E-BD8DC063DD0B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0EED-5C18-244E-82A0-A7E8C0E1F3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158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6CF1-4792-C548-925E-BD8DC063DD0B}" type="datetimeFigureOut">
              <a:rPr lang="en-US" smtClean="0"/>
              <a:t>5/12/25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0EED-5C18-244E-82A0-A7E8C0E1F3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47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6CF1-4792-C548-925E-BD8DC063DD0B}" type="datetimeFigureOut">
              <a:rPr lang="en-US" smtClean="0"/>
              <a:t>5/12/25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0EED-5C18-244E-82A0-A7E8C0E1F3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67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6CF1-4792-C548-925E-BD8DC063DD0B}" type="datetimeFigureOut">
              <a:rPr lang="en-US" smtClean="0"/>
              <a:t>5/12/25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0EED-5C18-244E-82A0-A7E8C0E1F3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61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6CF1-4792-C548-925E-BD8DC063DD0B}" type="datetimeFigureOut">
              <a:rPr lang="en-US" smtClean="0"/>
              <a:t>5/12/25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0EED-5C18-244E-82A0-A7E8C0E1F3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93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6CF1-4792-C548-925E-BD8DC063DD0B}" type="datetimeFigureOut">
              <a:rPr lang="en-US" smtClean="0"/>
              <a:t>5/12/25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0EED-5C18-244E-82A0-A7E8C0E1F3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121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6CF1-4792-C548-925E-BD8DC063DD0B}" type="datetimeFigureOut">
              <a:rPr lang="en-US" smtClean="0"/>
              <a:t>5/12/25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0EED-5C18-244E-82A0-A7E8C0E1F3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9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6CF1-4792-C548-925E-BD8DC063DD0B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0EED-5C18-244E-82A0-A7E8C0E1F3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128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6CF1-4792-C548-925E-BD8DC063DD0B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A0EED-5C18-244E-82A0-A7E8C0E1F3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5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36CF1-4792-C548-925E-BD8DC063DD0B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A0EED-5C18-244E-82A0-A7E8C0E1F35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158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s-ES_tradnl" sz="3100" b="1" dirty="0"/>
            </a:br>
            <a:br>
              <a:rPr lang="es-ES_tradnl" sz="3100" b="1" dirty="0"/>
            </a:br>
            <a:br>
              <a:rPr lang="es-ES_tradnl" sz="3100" b="1" dirty="0"/>
            </a:br>
            <a:r>
              <a:rPr lang="es-ES_tradnl" sz="2200" b="1" dirty="0"/>
              <a:t>Tecnológico Nacional de México / IT Aguascalientes</a:t>
            </a:r>
            <a:br>
              <a:rPr lang="es-ES_tradnl" sz="2200" b="1" dirty="0"/>
            </a:br>
            <a:r>
              <a:rPr lang="es-ES_tradnl" sz="2200" b="1" dirty="0"/>
              <a:t> Ingeniería en Tecnologías de la Información y Comunicaciones </a:t>
            </a:r>
            <a:br>
              <a:rPr lang="es-ES_tradnl" sz="3100" b="1" dirty="0"/>
            </a:br>
            <a:r>
              <a:rPr lang="es-ES_tradnl" sz="3100" b="1" dirty="0"/>
              <a:t> Interacción Humano Computadora </a:t>
            </a:r>
            <a:br>
              <a:rPr lang="es-ES_tradnl" sz="2700" b="1" dirty="0"/>
            </a:br>
            <a:br>
              <a:rPr lang="es-ES_tradnl" sz="2700" b="1" dirty="0"/>
            </a:br>
            <a:r>
              <a:rPr lang="es-ES_tradnl" sz="2700" b="1" dirty="0"/>
              <a:t>Título del Proyecto</a:t>
            </a:r>
            <a:br>
              <a:rPr lang="es-ES_tradnl" sz="3100" dirty="0"/>
            </a:br>
            <a:r>
              <a:rPr lang="es-ES_tradnl" sz="1600" dirty="0"/>
              <a:t> </a:t>
            </a:r>
            <a:br>
              <a:rPr lang="es-ES_tradnl" sz="1600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br>
              <a:rPr lang="es-ES_tradnl" dirty="0"/>
            </a:br>
            <a:r>
              <a:rPr lang="es-ES_tradnl" dirty="0"/>
              <a:t>Integrantes</a:t>
            </a:r>
          </a:p>
          <a:p>
            <a:r>
              <a:rPr lang="es-ES_tradnl" dirty="0"/>
              <a:t>Nombre Apellido Apellido, Nombre Apellido Apellido, </a:t>
            </a:r>
            <a:br>
              <a:rPr lang="es-ES_tradnl" dirty="0"/>
            </a:br>
            <a:r>
              <a:rPr lang="es-ES_tradnl" dirty="0"/>
              <a:t>Nombre Apellido Apellido, Nombre Apellido Apellido, </a:t>
            </a:r>
            <a:br>
              <a:rPr lang="es-ES_tradnl" dirty="0"/>
            </a:br>
            <a:r>
              <a:rPr lang="es-ES_tradnl" dirty="0"/>
              <a:t>Nombre Apellido Apellido</a:t>
            </a:r>
            <a:br>
              <a:rPr lang="es-ES_tradnl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598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Antecedentes</a:t>
            </a:r>
            <a:endParaRPr lang="en-US" dirty="0"/>
          </a:p>
          <a:p>
            <a:r>
              <a:rPr lang="en-US" dirty="0"/>
              <a:t>Audiencia </a:t>
            </a:r>
            <a:r>
              <a:rPr lang="en-US" dirty="0" err="1"/>
              <a:t>objetivo</a:t>
            </a:r>
            <a:endParaRPr lang="en-US" dirty="0"/>
          </a:p>
          <a:p>
            <a:r>
              <a:rPr lang="es-MX" dirty="0"/>
              <a:t>Proceso de prototipado rápido</a:t>
            </a:r>
            <a:endParaRPr lang="en-US" dirty="0"/>
          </a:p>
          <a:p>
            <a:r>
              <a:rPr lang="en-US" dirty="0" err="1"/>
              <a:t>Resultados</a:t>
            </a:r>
            <a:r>
              <a:rPr lang="en-US" dirty="0"/>
              <a:t> de la </a:t>
            </a:r>
            <a:r>
              <a:rPr lang="en-US" dirty="0" err="1"/>
              <a:t>evaluación</a:t>
            </a:r>
            <a:r>
              <a:rPr lang="en-US" dirty="0"/>
              <a:t> con personas</a:t>
            </a:r>
          </a:p>
          <a:p>
            <a:r>
              <a:rPr lang="en-US" dirty="0" err="1"/>
              <a:t>Conclusiones</a:t>
            </a:r>
            <a:r>
              <a:rPr lang="en-US" dirty="0"/>
              <a:t> del </a:t>
            </a:r>
            <a:r>
              <a:rPr lang="en-US" dirty="0" err="1"/>
              <a:t>proyecto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51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Antecedentes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Describir el contexto del diseño: Razón del proyecto y objetivo del proyecto (Un </a:t>
            </a:r>
            <a:r>
              <a:rPr lang="es-ES" dirty="0" err="1"/>
              <a:t>slide</a:t>
            </a:r>
            <a:r>
              <a:rPr lang="es-ES" dirty="0"/>
              <a:t> </a:t>
            </a:r>
            <a:r>
              <a:rPr lang="es-ES" dirty="0" err="1"/>
              <a:t>max</a:t>
            </a:r>
            <a:r>
              <a:rPr lang="es-ES" dirty="0"/>
              <a:t>.)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Describir la actividad (y sus tareas asociadas), necesidades y metas (Un </a:t>
            </a:r>
            <a:r>
              <a:rPr lang="es-ES" dirty="0" err="1"/>
              <a:t>slide</a:t>
            </a:r>
            <a:r>
              <a:rPr lang="es-ES" dirty="0"/>
              <a:t> </a:t>
            </a:r>
            <a:r>
              <a:rPr lang="es-ES" dirty="0" err="1"/>
              <a:t>max</a:t>
            </a:r>
            <a:r>
              <a:rPr lang="es-ES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695444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Audiencia objetivo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s-ES" dirty="0"/>
              <a:t>Describir a sus Target </a:t>
            </a:r>
            <a:r>
              <a:rPr lang="es-ES" dirty="0" err="1"/>
              <a:t>Users</a:t>
            </a:r>
            <a:r>
              <a:rPr lang="es-ES" dirty="0"/>
              <a:t> mediante su PERSONA (enfatizar: metas, intereses, necesidades y habilidades con relación a la actividad principal y complementar con aspectos personales). (Un </a:t>
            </a:r>
            <a:r>
              <a:rPr lang="es-ES" dirty="0" err="1"/>
              <a:t>slide</a:t>
            </a:r>
            <a:r>
              <a:rPr lang="es-ES" dirty="0"/>
              <a:t> máximo).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85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Proceso de prototipado rápido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Describir gráficamente el proceso de prototipado rápido implementado para el desarrollo del proyecto. De </a:t>
            </a:r>
            <a:r>
              <a:rPr lang="es-ES" dirty="0" err="1"/>
              <a:t>Needfindings</a:t>
            </a:r>
            <a:r>
              <a:rPr lang="es-ES" dirty="0"/>
              <a:t> hasta </a:t>
            </a:r>
            <a:r>
              <a:rPr lang="es-ES" dirty="0" err="1"/>
              <a:t>Paper</a:t>
            </a:r>
            <a:r>
              <a:rPr lang="es-ES" dirty="0"/>
              <a:t> </a:t>
            </a:r>
            <a:r>
              <a:rPr lang="es-ES" dirty="0" err="1"/>
              <a:t>Prototyping</a:t>
            </a:r>
            <a:r>
              <a:rPr lang="es-ES" dirty="0"/>
              <a:t> (Un </a:t>
            </a:r>
            <a:r>
              <a:rPr lang="es-ES" dirty="0" err="1"/>
              <a:t>slide</a:t>
            </a:r>
            <a:r>
              <a:rPr lang="es-ES" dirty="0"/>
              <a:t> máximo) .</a:t>
            </a:r>
          </a:p>
          <a:p>
            <a:endParaRPr lang="es-ES" dirty="0"/>
          </a:p>
          <a:p>
            <a:pPr marL="0" indent="0">
              <a:buNone/>
            </a:pPr>
            <a:r>
              <a:rPr lang="es-ES" dirty="0"/>
              <a:t>* Usar el esquema del proceso visto en clase y elaborar un </a:t>
            </a:r>
            <a:r>
              <a:rPr lang="es-ES" dirty="0" err="1"/>
              <a:t>speech</a:t>
            </a:r>
            <a:r>
              <a:rPr lang="es-ES" dirty="0"/>
              <a:t> con la explicación específica de lo realizado en su proyecto).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546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Resultados de la evaluación con personas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Indicar el número de participantes en la prueba.</a:t>
            </a:r>
          </a:p>
          <a:p>
            <a:r>
              <a:rPr lang="es-ES" dirty="0"/>
              <a:t>Puntualizar las mejoras en el prototipo identificadas tras la prueba.</a:t>
            </a:r>
          </a:p>
          <a:p>
            <a:r>
              <a:rPr lang="es-ES" dirty="0"/>
              <a:t>Enfatizar la implementación de las mejoras en la versión dos del prototipo en papel.</a:t>
            </a:r>
          </a:p>
          <a:p>
            <a:endParaRPr lang="es-ES" dirty="0"/>
          </a:p>
          <a:p>
            <a:pPr marL="0" indent="0">
              <a:buNone/>
            </a:pPr>
            <a:r>
              <a:rPr lang="es-ES" dirty="0"/>
              <a:t> (Dos </a:t>
            </a:r>
            <a:r>
              <a:rPr lang="es-ES" dirty="0" err="1"/>
              <a:t>slides</a:t>
            </a:r>
            <a:r>
              <a:rPr lang="es-E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887503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Conclusiones del proyecto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Explicar por qué el diseño generado puede considerarse un buen diseño, en el contexto específico </a:t>
            </a:r>
            <a:r>
              <a:rPr lang="es-ES"/>
              <a:t>del proyecto.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87020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268</Words>
  <Application>Microsoft Macintosh PowerPoint</Application>
  <PresentationFormat>Presentación en pantalla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   Tecnológico Nacional de México / IT Aguascalientes  Ingeniería en Tecnologías de la Información y Comunicaciones   Interacción Humano Computadora   Título del Proyecto   </vt:lpstr>
      <vt:lpstr>Agenda</vt:lpstr>
      <vt:lpstr>Antecedentes</vt:lpstr>
      <vt:lpstr>Audiencia objetivo</vt:lpstr>
      <vt:lpstr>Proceso de prototipado rápido</vt:lpstr>
      <vt:lpstr>Resultados de la evaluación con personas</vt:lpstr>
      <vt:lpstr>Conclusiones del proyecto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Integral Interacción Humano Computadora   Designing a Mobile Signature Checker</dc:title>
  <dc:creator>Ricardo Mendoza González</dc:creator>
  <cp:lastModifiedBy>Ricardo Mendoza González</cp:lastModifiedBy>
  <cp:revision>16</cp:revision>
  <dcterms:created xsi:type="dcterms:W3CDTF">2015-05-27T19:43:02Z</dcterms:created>
  <dcterms:modified xsi:type="dcterms:W3CDTF">2025-05-12T13:21:29Z</dcterms:modified>
</cp:coreProperties>
</file>